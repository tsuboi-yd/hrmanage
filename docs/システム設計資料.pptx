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92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システム設計資料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人員計画管理システム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AWS構成 設計ドキュメント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99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ER図 ／ システム構成図 ／ 業務フロー図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806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ER図（エンティティ関連図）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/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draw.io版（ER図.drawio）が正式版です。このスライドは概要確認用です。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023360" y="1371600"/>
            <a:ext cx="2926080" cy="36576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38988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organizations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7373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78308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id: String (PK)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0" y="20208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name: String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225856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level: String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0" y="249631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parent_id: String? (FK→self)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371600"/>
            <a:ext cx="2560320" cy="36576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3898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members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737360"/>
            <a:ext cx="2560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8308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id: String (PK)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02082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emp_no: String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2585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name: String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4963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org_id: String (FK)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89520" y="1097280"/>
            <a:ext cx="3474720" cy="365760"/>
          </a:xfrm>
          <a:prstGeom prst="rect">
            <a:avLst/>
          </a:prstGeom>
          <a:solidFill>
            <a:srgbClr val="FFE6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11155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transfer_plans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146304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5087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id: String (PK)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174650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org_id: String (FK)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80960" y="19842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emp_no / name: String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80960" y="22219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type / dest / date: String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24597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diff_kind: String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89520" y="3200400"/>
            <a:ext cx="2743200" cy="365760"/>
          </a:xfrm>
          <a:prstGeom prst="rect">
            <a:avLst/>
          </a:prstGeom>
          <a:solidFill>
            <a:srgbClr val="FFE6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321868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headcount_plans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61188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id: String (PK)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0" y="38496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org_id: String (FK)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40873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month_idx: 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3251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planned / actual: 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23360" y="3200400"/>
            <a:ext cx="2743200" cy="36576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96512" y="321868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future_headcounts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2336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361188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id: String (PK)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0" y="38496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org_id: String (FK)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0" y="40873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month_idx: Int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0" y="43251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count: Int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0" y="45628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comment: String?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2926080"/>
            <a:ext cx="2560320" cy="36576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29443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snapshots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29184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375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id: String (PK)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3575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label / date: String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38130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comment: String?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40507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created_at: DateTime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572000"/>
            <a:ext cx="2560320" cy="365760"/>
          </a:xfrm>
          <a:prstGeom prst="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45902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users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93776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98348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id: String (PK)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522122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azure_ad_id / name: String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" y="5458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email / role: String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56967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org_id: String? (FK)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834640" y="1965960"/>
            <a:ext cx="1188720" cy="9144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6949440" y="1965960"/>
            <a:ext cx="640080" cy="9144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6949440" y="3794760"/>
            <a:ext cx="640080" cy="9144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5394960" y="2834640"/>
            <a:ext cx="9144" cy="36576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2834640" y="3794760"/>
            <a:ext cx="1188720" cy="137160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27432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N:1  organizations（自己参照・組織階層）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943600" y="6126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全テーブルが organizations を外部キーで参照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システム構成図（AWS構成）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 /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draw.io版（システム構成図.drawio）が正式版です。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1280160"/>
            <a:ext cx="6858000" cy="4663440"/>
          </a:xfrm>
          <a:prstGeom prst="rect">
            <a:avLst/>
          </a:prstGeom>
          <a:solidFill>
            <a:srgbClr val="FAFAFA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298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AWS Cloud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2743200"/>
            <a:ext cx="1828800" cy="82296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788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🌐 ブラウザ / ユーザー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280160"/>
            <a:ext cx="18288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9844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🐙 GitHub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(ソースコード)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18320" y="2286000"/>
            <a:ext cx="1737360" cy="822960"/>
          </a:xfrm>
          <a:prstGeom prst="rect">
            <a:avLst/>
          </a:prstGeom>
          <a:solidFill>
            <a:srgbClr val="DAE8F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4040" y="230428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🔷 Azure AD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(M365認証)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2011680" cy="822960"/>
          </a:xfrm>
          <a:prstGeom prst="rect">
            <a:avLst/>
          </a:prstGeom>
          <a:solidFill>
            <a:srgbClr val="FCE4EC"/>
          </a:solidFill>
          <a:ln w="12700">
            <a:solidFill>
              <a:srgbClr val="E715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57276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🟣 AWS Amplify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Next.js SSR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201168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7276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🟠 Lambda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1371600"/>
            <a:ext cx="2011680" cy="2377440"/>
          </a:xfrm>
          <a:prstGeom prst="rect">
            <a:avLst/>
          </a:prstGeom>
          <a:solidFill>
            <a:srgbClr val="F4F0FF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3898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4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VPC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1783080"/>
            <a:ext cx="1828800" cy="91440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80136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🐘 Amazon RDS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0" y="2834640"/>
            <a:ext cx="182880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85292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Security Group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Port 5432のみ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3017520"/>
            <a:ext cx="201168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BF08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0358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🔐 Amazon Cognito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(認証管理)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2011680" cy="822960"/>
          </a:xfrm>
          <a:prstGeom prst="rect">
            <a:avLst/>
          </a:prstGeom>
          <a:solidFill>
            <a:srgbClr val="FCE4EC"/>
          </a:solidFill>
          <a:ln w="12700">
            <a:solidFill>
              <a:srgbClr val="E715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358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🔑 SSM Parameter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Store (環境変数)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4114800"/>
            <a:ext cx="2011680" cy="822960"/>
          </a:xfrm>
          <a:prstGeom prst="rect">
            <a:avLst/>
          </a:prstGeom>
          <a:solidFill>
            <a:srgbClr val="FCE4EC"/>
          </a:solidFill>
          <a:ln w="12700">
            <a:solidFill>
              <a:srgbClr val="E715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413308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📊 CloudWatch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(監視・ログ)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6126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実線：同期通信　　破線：非同期 / 設定参照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業務フロー図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 /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draw.io版（業務フロー図.drawio）が正式版です。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606040" cy="41148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533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部長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26060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325880"/>
            <a:ext cx="2606040" cy="41148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3533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センター長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1737360"/>
            <a:ext cx="26060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325880"/>
            <a:ext cx="2606040" cy="411480"/>
          </a:xfrm>
          <a:prstGeom prst="rect">
            <a:avLst/>
          </a:prstGeom>
          <a:solidFill>
            <a:srgbClr val="FFE6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3533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人事部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1737360"/>
            <a:ext cx="26060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325880"/>
            <a:ext cx="2606040" cy="41148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3533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企画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1737360"/>
            <a:ext cx="26060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874520"/>
            <a:ext cx="2331720" cy="59436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1911096"/>
            <a:ext cx="22402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転出・退職計画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入力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651760"/>
            <a:ext cx="2331720" cy="59436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688336"/>
            <a:ext cx="22402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転入・採用計画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入力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429000"/>
            <a:ext cx="2331720" cy="59436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465576"/>
            <a:ext cx="22402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異動計画一覧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確認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206240"/>
            <a:ext cx="2331720" cy="59436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4242816"/>
            <a:ext cx="22402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承認申請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4206240"/>
            <a:ext cx="2331720" cy="59436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7832" y="4242816"/>
            <a:ext cx="22402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計画内容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確認・修正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5029200"/>
            <a:ext cx="2331720" cy="59436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27832" y="5065776"/>
            <a:ext cx="22402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承認（センター長）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5029200"/>
            <a:ext cx="2331720" cy="594360"/>
          </a:xfrm>
          <a:prstGeom prst="rect">
            <a:avLst/>
          </a:prstGeom>
          <a:solidFill>
            <a:srgbClr val="FFE6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1032" y="5065776"/>
            <a:ext cx="22402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最終承認（人事部）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97880" y="5760720"/>
            <a:ext cx="2331720" cy="594360"/>
          </a:xfrm>
          <a:prstGeom prst="rect">
            <a:avLst/>
          </a:prstGeom>
          <a:solidFill>
            <a:srgbClr val="FFE6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71032" y="5797296"/>
            <a:ext cx="22402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スナップショット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取得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641080" y="5760720"/>
            <a:ext cx="2331720" cy="59436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14232" y="5797296"/>
            <a:ext cx="22402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分析画面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閲覧・確認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46120" y="4709160"/>
            <a:ext cx="2148840" cy="59436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48463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修正あり?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5623560"/>
            <a:ext cx="2148840" cy="59436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5760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差し戻し?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371600" y="1371600"/>
            <a:ext cx="1097280" cy="4114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13898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開始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6492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主なフロー：転出退職計画入力 → 転入採用計画入力 → センター長確認・承認 → 人事部最終承認 → スナップショット → 分析閲覧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2026-03-16T23:46:07Z</dcterms:created>
  <dcterms:modified xsi:type="dcterms:W3CDTF">2026-03-16T23:46:07Z</dcterms:modified>
</cp:coreProperties>
</file>